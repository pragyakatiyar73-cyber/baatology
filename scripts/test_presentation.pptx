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BA88-0FF7-0EF3-AB95-37677CD07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02342-36C2-CA81-EC26-E0D4F4507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28BC-3233-1970-9D1C-D8D41791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67018-1418-2266-6F47-9640B862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E839D-829B-12B7-FA94-5A5298BD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1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51CE-7BDC-F329-7697-7F4F97C3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37F1-A821-B2EE-9C65-22C4D2E5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8C62-FA5F-2D15-725C-BB645F04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C4FD-16AA-290F-FA64-C250B0C0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1E6E-AAFE-10C9-3703-E5F44A29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4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A98B-A41F-7277-D625-E5F4E176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3679C-670D-1610-6455-A06BA65DB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B6ECE-64BA-4EE8-74CC-78737C87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427B-2606-BE0F-A248-1495F764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5E55-098F-A4A3-7DC9-1A64A654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38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8B00-4A54-9A1F-5A75-193142A7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5587C-86EF-E643-22A7-5353E1733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1B959-00B2-AF3F-5FA2-A281DACF9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7B9C2-908F-6E22-1855-59577500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62834-72B4-029A-2332-63D3921A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D11AD-B2C5-902F-B07D-75E36599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7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9101-6DEE-6179-322B-BE12DDBE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202E9-726D-38F3-DCDA-AE1DEEE31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58635-CF95-0C39-A1EC-5C06F9C8E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57AFA-50A7-FC8B-7B64-C4A62ECCE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FED31-32BA-A1C9-46DB-CC5689E11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F2934-6BC2-DBB4-AA64-163A43A5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C2FF0-028D-7E5D-09B7-52941941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0651C-DD34-1F20-7E56-9E932AB2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C9BA-4295-A0CE-BB9C-3B18170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99D2C-8ADD-7DFC-0273-2C50DB2B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3E1F6-89C2-7FE2-5002-A604679B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05DA4-8ED5-5B01-8A11-84AE1A6C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55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29AC71-F4F3-E930-EAD5-A17DC40C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64F10-092D-3DF0-85D8-6EF4F169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618DE-F295-221E-48E2-84899827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05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5973-403F-254C-6F31-7174DBDE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9275-1340-859B-7C70-290D96D0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85100-FAC5-201F-71F2-AE658A9F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388CD-6B48-E775-DC3C-3BD3910B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877E9-AF32-14F3-2E7A-973A7226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6221F-E791-30C6-5BEE-7839FE6B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0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D957-D806-5481-EAD7-BF0364D9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F6E00-3ABC-3829-096F-0AA8FDD752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B33A1-8EFE-4BB9-752B-51F58EBD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F6E4-2794-8719-7A2F-E6DD3D09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380D5-E329-9CA6-1FE3-F1D82086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AAC8F-3266-E1E9-A8E7-BD82C7D2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7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722F-A3D0-7F39-EAF9-5B7EA025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68A71-CD68-FDFE-47B8-CA7BB007B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C4B48-6463-984F-4BE4-D9BA1A88F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9D48D-9A26-C7B6-79C4-5D0C4EEE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DD38-3525-B469-5009-3F0AEDE8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29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00232-DCFF-F215-431B-73A3DD94C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DBCBD-402A-43E7-EDC2-E460C2747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0FD5-1B88-BB7C-78F1-39E7E7BC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2B236-56F0-31E0-F0BE-AB9EC90E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ED1E2-4BC7-0F2B-652D-3A774456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59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83437-FAA1-9638-B78F-97A1984D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04973-72D8-EAE2-5EEA-B4036C555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3EAAD-274B-D15F-DA05-A70BA533C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46D90-3DD1-4C93-AE9A-18136094AE3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CEB1-987A-676A-7608-71F18F621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0D7D5-17DE-1DF3-B227-DF53B2E29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EF353-22D4-4C3A-8A3F-9A8D4E9AD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5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E255-11CB-904C-BA3E-B931E2491B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A7D79-EC07-EDDD-BE19-F015F27BE7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Future of Smart AI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416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AGENTIC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pragya katiyar</dc:creator>
  <cp:lastModifiedBy>pragya katiyar</cp:lastModifiedBy>
  <cp:revision>1</cp:revision>
  <dcterms:created xsi:type="dcterms:W3CDTF">2026-10-19T11:40:25Z</dcterms:created>
  <dcterms:modified xsi:type="dcterms:W3CDTF">2026-10-19T11:40:25Z</dcterms:modified>
</cp:coreProperties>
</file>